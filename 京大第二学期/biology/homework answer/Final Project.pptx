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58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F93D1-C94B-F1D0-AEE7-0C00E294C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0326F5-CE17-6F67-F46A-249F291E3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13B2B4-E067-BB14-967C-D7887DE8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A1875-747E-21A6-617B-CB734503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A2D1E5-6CF9-92B7-5F53-CE790C95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44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F09AD-5615-324E-3429-3F6799F39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60B2F-C8FF-AE2A-28BB-15C827690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1C2BC5-C8F8-FF85-F734-A3A1DB67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41992-A78C-0A7F-7AFA-3AA60EEC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90619-F573-0FB1-9B7C-B72BEE2C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75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95DF5-0B24-4C25-37C5-6A5EFFC9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C815EF-3F99-DF9E-4914-CBBE2C49A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8EB7C4-7D5B-1B91-062A-A0A7508D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FF76E3-5617-DA1F-BB1E-4D58E3D4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C15AB-D54B-E1ED-4D0F-FF2110FE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37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B0D95-CFE5-2D39-C639-26E29A3C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72A043-BECB-F5B6-824B-0D15796BF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654BD7-27AD-C932-B5F9-0FAD76D21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5C20A-DF07-2329-4DBE-251543B9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5825E0-0016-3784-67B6-B77F0F67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4E2AB8-2F50-7942-91DB-63A365F0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58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E6A23-E80F-C8B8-AB8C-C17433E5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529D2D-7DB5-C18F-6C9E-78199DA5E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69C414-6F03-1E3B-4674-59070681E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953CD7-2430-FD9A-4FF7-60FEB3CAF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6F340E-29F6-5672-70BE-5F1EB3C54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4C1946-E96B-01E6-7D4D-E0FC8CE8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F43634-5796-1769-C899-ABBF3D63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DE075A-0A83-2FF4-AA50-2778F15C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5351C-1E93-3F05-E05F-E377795E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0C4041-2F79-FCD8-89BC-18BE1D00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576125-15EE-80E2-B4DB-7DB9D4CE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9AC4AF-C50A-D992-1D30-C106A1AC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451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909466-0CD8-A2A0-729F-624062EC0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F9E567-D0DA-C3F3-EE33-892629C0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CDC716-B5FB-A3E6-BA18-2CF3330D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76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C9AD9-A120-EF4E-D31B-89842A81B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C5726-3F58-726C-A238-5E252CDA5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3AC0E4-EAEF-A6E9-E94C-16EAA416B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9E31C5-F909-097D-BE5A-DEC9D43E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5F3C1C-9A31-3647-CD18-FF2C205E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0F05C5-E888-871C-04BC-0F06DD1B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62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FB16B-2979-71FB-81F0-DF1676C2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A0819E-F7B3-80E7-9C84-B51744699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1F87DD-D262-1A78-BA8A-A0F02503F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DE0347-C8C2-CC81-3C4C-DBEBFD02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8F023F-53B3-8867-C030-66B043D6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1B2326-0C49-07A7-CF2E-86BB87E52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37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5EEBA-6E56-84AA-67FF-6F00C65B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65B28-8531-0EFA-8223-E619D19AE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A6CA-7B56-2387-8322-82BC0AAA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6F87D7-E3C0-E5B6-AEFD-9F4060A6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04F68B-F07E-60B5-E399-3B5F4198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45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16B387-7B1B-E2C1-27BE-BBB6185EE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A7C6C7-EB9C-0D1A-A558-8387C8DBC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C44D50-B61F-7185-9BFE-007B6230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2849E3-A698-1254-7440-06B9877EA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C3631F-275C-4CF3-0B7D-F79E9D6E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87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07F348-243A-BFAB-FF26-10A019560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A90BE-32A8-51AB-CF80-500505D82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A676CC-76D4-6983-2384-514D2F9ED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F2EA4-5739-4BE6-927C-D2255D4BABF1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D571D-9ECA-C476-E7DC-AC43E22FD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C7ABC7-8456-46EA-280F-7CBE05E07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B7E39-F9A4-4D05-9D48-9F0B6B4A1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33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16196-09D7-3B69-F974-C758D03D0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BF71A37-73A7-7B2B-FD11-0906DA63A118}"/>
              </a:ext>
            </a:extLst>
          </p:cNvPr>
          <p:cNvSpPr txBox="1"/>
          <p:nvPr/>
        </p:nvSpPr>
        <p:spPr>
          <a:xfrm>
            <a:off x="471519" y="2282932"/>
            <a:ext cx="112489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LEPR Gene:</a:t>
            </a:r>
          </a:p>
          <a:p>
            <a:r>
              <a:rPr lang="en-US" altLang="zh-CN" sz="4400" dirty="0"/>
              <a:t> 	Function, Structure, and Implications</a:t>
            </a:r>
            <a:endParaRPr lang="zh-CN" altLang="en-US" sz="4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071D4C-EF14-6ACD-0B79-436D64FFE87F}"/>
              </a:ext>
            </a:extLst>
          </p:cNvPr>
          <p:cNvSpPr txBox="1"/>
          <p:nvPr/>
        </p:nvSpPr>
        <p:spPr>
          <a:xfrm>
            <a:off x="6846034" y="4578137"/>
            <a:ext cx="3089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---KunQi Zhang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DD1EED-16D1-86F1-08B0-6B1D85C90B51}"/>
              </a:ext>
            </a:extLst>
          </p:cNvPr>
          <p:cNvSpPr txBox="1"/>
          <p:nvPr/>
        </p:nvSpPr>
        <p:spPr>
          <a:xfrm>
            <a:off x="803935" y="4774518"/>
            <a:ext cx="45420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Tools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NCBI, UniProt, KEGG, GeneCards</a:t>
            </a:r>
          </a:p>
          <a:p>
            <a:r>
              <a:rPr lang="en-US" altLang="zh-CN" b="1" dirty="0"/>
              <a:t>Objective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To explore the function and biological importance of the human LEPR gene using online genomic and proteomic databases.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108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08C4AE-1FD7-CA46-3830-1153DEA3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47987"/>
            <a:ext cx="10905066" cy="43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73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27C72E-8D42-7387-1045-6DC58D77B18D}"/>
              </a:ext>
            </a:extLst>
          </p:cNvPr>
          <p:cNvSpPr txBox="1"/>
          <p:nvPr/>
        </p:nvSpPr>
        <p:spPr>
          <a:xfrm>
            <a:off x="158219" y="1858824"/>
            <a:ext cx="118833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Next steps are:</a:t>
            </a:r>
          </a:p>
          <a:p>
            <a:r>
              <a:rPr lang="en-US" altLang="zh-CN" sz="2400" dirty="0"/>
              <a:t>1,Search for both human and mouse </a:t>
            </a:r>
            <a:r>
              <a:rPr lang="en-US" altLang="zh-CN" sz="2400" b="1" dirty="0"/>
              <a:t>gene sequences</a:t>
            </a:r>
            <a:r>
              <a:rPr lang="en-US" altLang="zh-CN" sz="2400" dirty="0"/>
              <a:t> from NCBI or </a:t>
            </a:r>
            <a:r>
              <a:rPr lang="en-US" altLang="zh-CN" sz="2400" dirty="0" err="1"/>
              <a:t>Ensembl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2,Compare their </a:t>
            </a:r>
            <a:r>
              <a:rPr lang="en-US" altLang="zh-CN" sz="2400" b="1" dirty="0"/>
              <a:t>similarity and conservation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3,Explore the </a:t>
            </a:r>
            <a:r>
              <a:rPr lang="en-US" altLang="zh-CN" sz="2400" b="1" dirty="0"/>
              <a:t>biological pathways</a:t>
            </a:r>
            <a:r>
              <a:rPr lang="en-US" altLang="zh-CN" sz="2400" dirty="0"/>
              <a:t> involving LEPR and its link to diseases;</a:t>
            </a:r>
          </a:p>
          <a:p>
            <a:r>
              <a:rPr lang="en-US" altLang="zh-CN" sz="2400" dirty="0"/>
              <a:t>4,If there are drug-related compounds in its reaction pathway, I’ll look deeper into them.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0070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4C58675D8C09D49A56D608C1F2B01EF" ma:contentTypeVersion="5" ma:contentTypeDescription="新しいドキュメントを作成します。" ma:contentTypeScope="" ma:versionID="36800aa6fd72dca6e61280b81f8ba915">
  <xsd:schema xmlns:xsd="http://www.w3.org/2001/XMLSchema" xmlns:xs="http://www.w3.org/2001/XMLSchema" xmlns:p="http://schemas.microsoft.com/office/2006/metadata/properties" xmlns:ns3="1a3f822e-4720-42d8-91f9-cd5e8062e2d3" targetNamespace="http://schemas.microsoft.com/office/2006/metadata/properties" ma:root="true" ma:fieldsID="2bdd306f1acfb4884197c39a1880e839" ns3:_="">
    <xsd:import namespace="1a3f822e-4720-42d8-91f9-cd5e8062e2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f822e-4720-42d8-91f9-cd5e8062e2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a3f822e-4720-42d8-91f9-cd5e8062e2d3" xsi:nil="true"/>
  </documentManagement>
</p:properties>
</file>

<file path=customXml/itemProps1.xml><?xml version="1.0" encoding="utf-8"?>
<ds:datastoreItem xmlns:ds="http://schemas.openxmlformats.org/officeDocument/2006/customXml" ds:itemID="{6F440A44-A9C0-426F-A064-207CB7D549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3f822e-4720-42d8-91f9-cd5e8062e2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1CB76D-691F-4B42-8C70-4E2903AF5D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3CA88C-A184-48E4-8579-3C765D6DB361}">
  <ds:schemaRefs>
    <ds:schemaRef ds:uri="http://purl.org/dc/dcmitype/"/>
    <ds:schemaRef ds:uri="1a3f822e-4720-42d8-91f9-cd5e8062e2d3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104</Words>
  <Application>Microsoft Office PowerPoint</Application>
  <PresentationFormat>宽屏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zhang.kunqi.25n@st.kyoto-u.ac.jp</dc:creator>
  <cp:lastModifiedBy>zhang.kunqi.25n@st.kyoto-u.ac.jp</cp:lastModifiedBy>
  <cp:revision>4</cp:revision>
  <dcterms:created xsi:type="dcterms:W3CDTF">2025-07-10T03:36:55Z</dcterms:created>
  <dcterms:modified xsi:type="dcterms:W3CDTF">2025-07-10T06:57:48Z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0x01010054C58675D8C09D49A56D608C1F2B01EF</vt:lpwstr>
  </property>
</Properties>
</file>