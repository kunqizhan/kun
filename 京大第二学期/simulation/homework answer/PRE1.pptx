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348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D77510-4D7F-3614-8369-547611736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C1A639-E278-C7DE-FEFE-CB2014BE3C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E3D506-C52F-CEC9-00EC-1CB0D13D2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9C1B8-E51B-4715-BD93-71B0A4F1769A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ACB094-EA9B-0513-6838-1FFCC29C5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D3C974-D787-A3F0-7FC6-FEDC6B8C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A0C2-7E76-4150-AB4B-633F2FFEB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055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75F237-7C2D-3FE3-2DF4-AF13DA834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29002C-5476-02E4-6C34-F1498626F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3FC635-EC61-73C1-E0BA-DD8EBFD66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9C1B8-E51B-4715-BD93-71B0A4F1769A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754FDB-4D77-82F5-5D5C-947B99B61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A747E1-92A0-E99E-97B7-502A0B3A5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A0C2-7E76-4150-AB4B-633F2FFEB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316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689AD9-3CEE-2384-ED13-B2AB8AF27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910C58-8BE8-A446-C635-654526CBC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A45AD4-3F8B-33A0-9C65-CAAC864AE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9C1B8-E51B-4715-BD93-71B0A4F1769A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700967-139C-C2C2-B9EC-F58DE6DEE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1360AA-3A85-AAE7-6F49-4706C27BA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A0C2-7E76-4150-AB4B-633F2FFEB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72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DCCE2-E414-28C7-0352-FE9152164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C509E6-7DD4-F821-B2D2-BF7903863E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D61F66-B40E-1272-ECDC-9E61629C2B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FBFD79-654A-F32A-CCF1-E4687260A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9C1B8-E51B-4715-BD93-71B0A4F1769A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4D8291-D51F-DF20-8DA2-2E1F3F2CB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503AD5-A420-0889-235C-7654C30D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A0C2-7E76-4150-AB4B-633F2FFEB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692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51E5C9-25A3-2A63-A48E-DF7B23EA5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BAC46B-6BCC-6655-9909-F9720B96B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02086B-EED5-599F-6A7E-66C377C77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B6C3F97-940F-E841-9FB7-5CF8FE8A1F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A905043-2346-FBED-3868-CFD0C2DD64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F4E6DF0-E472-4932-4365-0BCDB449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9C1B8-E51B-4715-BD93-71B0A4F1769A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45FE8B1-867B-B23E-6706-F3E1E1475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77A41EB-5899-5E6B-AC46-B49AA11FB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A0C2-7E76-4150-AB4B-633F2FFEB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77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C5B3CB-8F42-9C9D-5152-841F404F1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B6E798-1A5C-4297-BA42-A77C027D5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9C1B8-E51B-4715-BD93-71B0A4F1769A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E5403A-7DA6-CCD1-1CE2-ED1186B4A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A4F7AF-FC43-ED74-CE85-E4DBCB1C0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A0C2-7E76-4150-AB4B-633F2FFEB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271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2E984C-917A-B675-40CF-E0184178F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9C1B8-E51B-4715-BD93-71B0A4F1769A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FE7914-BA40-E927-05A8-6DBED9FCF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0C27E2-8414-770D-40BE-227FE35C9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A0C2-7E76-4150-AB4B-633F2FFEB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290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ECD60-FE26-6F41-30A6-50899ACF7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619113-FF81-F835-9A1E-01B2A6BC9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71AC03-90D2-A17F-CF30-DF284BB57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594518-FF42-8DD9-A4CB-CF18D61BD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9C1B8-E51B-4715-BD93-71B0A4F1769A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8CAC36-B473-756D-6CCE-4267C89EA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B8FA74-7012-D9D0-1F0C-B511B29CF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A0C2-7E76-4150-AB4B-633F2FFEB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332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8868DD-581B-AD21-5625-DE1852E04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136A0AC-3DB1-9724-0FBE-F8069E8321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236525-9F08-C55B-ACEE-52FB650E7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39B0C6-F3E3-4654-65AF-B592C0427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9C1B8-E51B-4715-BD93-71B0A4F1769A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D0EFF5-DB4D-B609-D1D3-83D4DB292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FE576C-3624-73AE-64AB-F15864CA3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A0C2-7E76-4150-AB4B-633F2FFEB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496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27817-B48A-3E4A-791C-C499AB379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A6FE0C-1DAA-0EA0-4F07-392F67D0E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EE68FA-8BF7-87AB-2D3C-A44D40EC2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9C1B8-E51B-4715-BD93-71B0A4F1769A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DF4982-8A1D-68BF-0A28-32BE691E1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077DBF-0B56-E272-6126-1317643B7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A0C2-7E76-4150-AB4B-633F2FFEB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914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1178174-E83F-E4F9-875D-F4D258208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032D69-264D-B78C-F34A-366C9D204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B282E5-80BF-6452-9ACF-6880A8F7C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9C1B8-E51B-4715-BD93-71B0A4F1769A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8D9F77-D57A-83D3-5988-3A83F7760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248762-1157-6E02-28F5-D085E087B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A0C2-7E76-4150-AB4B-633F2FFEB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757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79DBFC6-5859-28CF-7E92-E5E5C360C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58AB4A-3311-57A0-62C5-E1DD440C8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1C918B-3C64-0D73-DFEB-D15B535954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C9C1B8-E51B-4715-BD93-71B0A4F1769A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826697-AABD-2C83-4F70-6645110EC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BD3A4-9E93-2549-A2B8-EA59C42139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35A0C2-7E76-4150-AB4B-633F2FFEB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715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A602607-991E-B17D-B655-1969F2DE6EAF}"/>
              </a:ext>
            </a:extLst>
          </p:cNvPr>
          <p:cNvSpPr txBox="1"/>
          <p:nvPr/>
        </p:nvSpPr>
        <p:spPr>
          <a:xfrm>
            <a:off x="308276" y="1769322"/>
            <a:ext cx="107725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				</a:t>
            </a:r>
            <a:r>
              <a:rPr lang="en-US" altLang="zh-CN" sz="2800" dirty="0"/>
              <a:t>Modeling Viral Evolution:</a:t>
            </a:r>
          </a:p>
          <a:p>
            <a:r>
              <a:rPr lang="en-US" altLang="zh-CN" sz="2800" dirty="0"/>
              <a:t> 	A Multi-Strain SIR Simulation of Myxoma in Rabbit Populations</a:t>
            </a:r>
            <a:endParaRPr lang="zh-CN" altLang="en-US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703D45-9A05-BA1F-D6C3-42D5CA2A52A0}"/>
              </a:ext>
            </a:extLst>
          </p:cNvPr>
          <p:cNvSpPr txBox="1"/>
          <p:nvPr/>
        </p:nvSpPr>
        <p:spPr>
          <a:xfrm>
            <a:off x="7093742" y="3250159"/>
            <a:ext cx="2853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</a:t>
            </a:r>
            <a:r>
              <a:rPr lang="en-US" altLang="zh-CN" dirty="0" err="1"/>
              <a:t>KunQi</a:t>
            </a:r>
            <a:r>
              <a:rPr lang="en-US" altLang="zh-CN" dirty="0"/>
              <a:t> Zhang &amp; Luan Tian</a:t>
            </a:r>
          </a:p>
        </p:txBody>
      </p:sp>
    </p:spTree>
    <p:extLst>
      <p:ext uri="{BB962C8B-B14F-4D97-AF65-F5344CB8AC3E}">
        <p14:creationId xmlns:p14="http://schemas.microsoft.com/office/powerpoint/2010/main" val="1211818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5DF6BD-B744-14F7-2AA8-756419F20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8A1D7D4-954E-1051-E8F1-6829A9E2E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79940"/>
            <a:ext cx="10905066" cy="5098119"/>
          </a:xfrm>
          <a:prstGeom prst="rect">
            <a:avLst/>
          </a:prstGeom>
          <a:ln>
            <a:noFill/>
          </a:ln>
        </p:spPr>
      </p:pic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3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849FFDE-B61F-39C5-9FDD-2BD8363EC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71" y="835786"/>
            <a:ext cx="10855062" cy="5210428"/>
          </a:xfrm>
          <a:prstGeom prst="rect">
            <a:avLst/>
          </a:prstGeom>
          <a:ln>
            <a:noFill/>
          </a:ln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827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3CFA89-F5A6-3D25-E895-A880DF712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565C7A-95D8-CC43-2ADF-8A35F91CB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363" y="2931828"/>
            <a:ext cx="6467169" cy="3168913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978F65A-3250-C419-64B7-3984237CB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51" y="1140073"/>
            <a:ext cx="6091600" cy="136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204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783CB4-8E1A-3D0F-A761-3BFB26201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DED842-D88D-79D8-E621-A0BABED64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997" y="3028013"/>
            <a:ext cx="6478536" cy="3174483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177D23-08F0-78C8-2C39-29E4B51E3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75" y="4615254"/>
            <a:ext cx="3381847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310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87A16F-A417-00E2-6329-9AA2A3873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>
            <a:extLst>
              <a:ext uri="{FF2B5EF4-FFF2-40B4-BE49-F238E27FC236}">
                <a16:creationId xmlns:a16="http://schemas.microsoft.com/office/drawing/2014/main" id="{9CF9D262-690C-7BA0-8C6E-C0F70FBC1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D68C891-D142-3E3D-E3D7-6A517C6D9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306057-3EC4-BDC2-6957-4BF2123E7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31DB6B-D908-79F2-2262-A455259985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494A2AC-0E97-AC73-939C-CBACD6F0E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1008F7C-32B2-3CC3-86A1-04C18FCAA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E01E579-6037-C9E3-1A78-2A3D8E36A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5DE9FEB-28CD-1007-5828-33591E13BAB3}"/>
              </a:ext>
            </a:extLst>
          </p:cNvPr>
          <p:cNvSpPr txBox="1"/>
          <p:nvPr/>
        </p:nvSpPr>
        <p:spPr>
          <a:xfrm>
            <a:off x="3240290" y="2396031"/>
            <a:ext cx="504817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dirty="0"/>
              <a:t>Thank you!</a:t>
            </a:r>
            <a:endParaRPr lang="zh-CN" altLang="en-US" sz="8000" dirty="0"/>
          </a:p>
        </p:txBody>
      </p:sp>
    </p:spTree>
    <p:extLst>
      <p:ext uri="{BB962C8B-B14F-4D97-AF65-F5344CB8AC3E}">
        <p14:creationId xmlns:p14="http://schemas.microsoft.com/office/powerpoint/2010/main" val="1761426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28</Words>
  <Application>Microsoft Office PowerPoint</Application>
  <PresentationFormat>宽屏</PresentationFormat>
  <Paragraphs>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zhang.kunqi.25n@st.kyoto-u.ac.jp</dc:creator>
  <cp:lastModifiedBy>zhang.kunqi.25n@st.kyoto-u.ac.jp</cp:lastModifiedBy>
  <cp:revision>1</cp:revision>
  <dcterms:created xsi:type="dcterms:W3CDTF">2025-07-02T03:11:34Z</dcterms:created>
  <dcterms:modified xsi:type="dcterms:W3CDTF">2025-07-02T04:57:30Z</dcterms:modified>
</cp:coreProperties>
</file>