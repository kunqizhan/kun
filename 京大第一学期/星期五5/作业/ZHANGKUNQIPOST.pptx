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9" autoAdjust="0"/>
    <p:restoredTop sz="94660"/>
  </p:normalViewPr>
  <p:slideViewPr>
    <p:cSldViewPr snapToGrid="0">
      <p:cViewPr varScale="1">
        <p:scale>
          <a:sx n="17" d="100"/>
          <a:sy n="17" d="100"/>
        </p:scale>
        <p:origin x="4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13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43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09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682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382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86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048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14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50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18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647E9-EF71-4E6D-A7AC-244CBF9B5876}" type="datetimeFigureOut">
              <a:rPr lang="zh-CN" altLang="en-US" smtClean="0"/>
              <a:t>2025/1/10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6E57F-5AE6-451B-B08C-A35FF70237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00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C2DA2-A181-5416-11AE-B70E07D5C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</p:spPr>
        <p:txBody>
          <a:bodyPr anchor="ctr">
            <a:normAutofit/>
          </a:bodyPr>
          <a:lstStyle/>
          <a:p>
            <a:r>
              <a:rPr lang="en-US" altLang="zh-CN"/>
              <a:t>Impact of AI in education</a:t>
            </a:r>
            <a:br>
              <a:rPr lang="en-US" altLang="zh-CN"/>
            </a:br>
            <a:r>
              <a:rPr lang="en-US" altLang="zh-CN"/>
              <a:t>Author: ZHANG KUNQI</a:t>
            </a:r>
            <a:br>
              <a:rPr lang="en-US" altLang="zh-CN"/>
            </a:br>
            <a:r>
              <a:rPr lang="en-US" altLang="zh-CN"/>
              <a:t>Date : 2025/1/1</a:t>
            </a:r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41897C-4677-E739-346F-EB697A7505B8}"/>
              </a:ext>
            </a:extLst>
          </p:cNvPr>
          <p:cNvSpPr txBox="1"/>
          <p:nvPr/>
        </p:nvSpPr>
        <p:spPr>
          <a:xfrm>
            <a:off x="2386220" y="11122966"/>
            <a:ext cx="20930979" cy="1837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/>
              <a:t>Introduction</a:t>
            </a:r>
            <a:r>
              <a:rPr lang="zh-CN" altLang="en-US" sz="5400" dirty="0"/>
              <a:t>：</a:t>
            </a:r>
            <a:r>
              <a:rPr lang="en-US" altLang="zh-CN" sz="5400" dirty="0"/>
              <a:t>This study explores how AI technology is applied in education to improve teaching efficiency and educational equity.</a:t>
            </a:r>
          </a:p>
          <a:p>
            <a:endParaRPr lang="en-US" altLang="zh-CN" sz="5400" dirty="0"/>
          </a:p>
          <a:p>
            <a:r>
              <a:rPr lang="en-US" altLang="zh-CN" sz="5400" dirty="0"/>
              <a:t>Background</a:t>
            </a:r>
            <a:r>
              <a:rPr lang="zh-CN" altLang="en-US" sz="5400" dirty="0"/>
              <a:t>：</a:t>
            </a:r>
            <a:r>
              <a:rPr lang="en-US" altLang="zh-CN" sz="5400" dirty="0"/>
              <a:t>Current education faces issues such as uneven resource distribution and challenges in personalized teaching. AI offers new solutions.</a:t>
            </a:r>
          </a:p>
          <a:p>
            <a:endParaRPr lang="en-US" altLang="zh-CN" sz="5400" dirty="0"/>
          </a:p>
          <a:p>
            <a:r>
              <a:rPr lang="en-US" altLang="zh-CN" sz="5400" dirty="0"/>
              <a:t>Goals</a:t>
            </a:r>
            <a:r>
              <a:rPr lang="zh-CN" altLang="en-US" sz="5400" dirty="0"/>
              <a:t>： </a:t>
            </a:r>
            <a:r>
              <a:rPr lang="en-US" altLang="zh-CN" sz="5400" dirty="0"/>
              <a:t>To explore how AI improves education.</a:t>
            </a:r>
          </a:p>
          <a:p>
            <a:endParaRPr lang="en-US" altLang="zh-CN" sz="5400" dirty="0"/>
          </a:p>
          <a:p>
            <a:r>
              <a:rPr lang="en-US" altLang="zh-CN" sz="5400" dirty="0"/>
              <a:t>Findings</a:t>
            </a:r>
            <a:r>
              <a:rPr lang="zh-CN" altLang="en-US" sz="5400" dirty="0"/>
              <a:t>：</a:t>
            </a:r>
            <a:endParaRPr lang="en-US" altLang="zh-CN" sz="5400" dirty="0"/>
          </a:p>
          <a:p>
            <a:r>
              <a:rPr lang="en-US" altLang="zh-CN" sz="5400" dirty="0"/>
              <a:t>1: Personalized learning </a:t>
            </a:r>
          </a:p>
          <a:p>
            <a:r>
              <a:rPr lang="en-US" altLang="zh-CN" sz="5400" dirty="0"/>
              <a:t>2: Educational equity </a:t>
            </a:r>
          </a:p>
          <a:p>
            <a:endParaRPr lang="en-US" altLang="zh-CN" sz="5400" dirty="0"/>
          </a:p>
          <a:p>
            <a:r>
              <a:rPr lang="en-US" altLang="zh-CN" sz="5400" dirty="0"/>
              <a:t>Discussion</a:t>
            </a:r>
            <a:r>
              <a:rPr lang="zh-CN" altLang="en-US" sz="5400" dirty="0"/>
              <a:t>：</a:t>
            </a:r>
            <a:r>
              <a:rPr lang="en-US" altLang="zh-CN" sz="5400" dirty="0"/>
              <a:t>AI improves learning efficiency but raises data privacy concerns.</a:t>
            </a:r>
          </a:p>
          <a:p>
            <a:endParaRPr lang="en-US" altLang="zh-CN" sz="5400" dirty="0"/>
          </a:p>
          <a:p>
            <a:r>
              <a:rPr lang="en-US" altLang="zh-CN" sz="5400" dirty="0"/>
              <a:t>Limitations and Future Directions</a:t>
            </a:r>
            <a:r>
              <a:rPr lang="zh-CN" altLang="en-US" sz="5400" dirty="0"/>
              <a:t>：</a:t>
            </a:r>
            <a:endParaRPr lang="en-US" altLang="zh-CN" sz="5400" dirty="0"/>
          </a:p>
          <a:p>
            <a:r>
              <a:rPr lang="en-US" altLang="zh-CN" sz="5400" dirty="0"/>
              <a:t>High costs, bias issues. Future directions: Improved data security, multilingual tools.</a:t>
            </a:r>
          </a:p>
          <a:p>
            <a:endParaRPr lang="en-US" altLang="zh-CN" sz="5400" dirty="0"/>
          </a:p>
          <a:p>
            <a:r>
              <a:rPr lang="en-US" altLang="zh-CN" sz="5400" dirty="0"/>
              <a:t>Conclusion</a:t>
            </a:r>
            <a:r>
              <a:rPr lang="zh-CN" altLang="en-US" sz="5400" dirty="0"/>
              <a:t>：</a:t>
            </a:r>
            <a:r>
              <a:rPr lang="en-US" altLang="zh-CN" sz="5400" dirty="0"/>
              <a:t>AI has great potential but requires addressing technical and ethical challenges.</a:t>
            </a:r>
            <a:endParaRPr lang="zh-CN" altLang="en-US" sz="5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4AA8268-AB57-84FA-3A3E-57C002288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802" y="31412485"/>
            <a:ext cx="12933561" cy="798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1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122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Impact of AI in education Author: ZHANG KUNQI Date : 2025/1/1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昆奇 张</dc:creator>
  <cp:lastModifiedBy>昆奇 张</cp:lastModifiedBy>
  <cp:revision>1</cp:revision>
  <dcterms:created xsi:type="dcterms:W3CDTF">2025-01-10T06:52:54Z</dcterms:created>
  <dcterms:modified xsi:type="dcterms:W3CDTF">2025-01-10T07:14:12Z</dcterms:modified>
</cp:coreProperties>
</file>